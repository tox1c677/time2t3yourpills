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73" r:id="rId5"/>
    <p:sldId id="274" r:id="rId6"/>
    <p:sldId id="259" r:id="rId7"/>
    <p:sldId id="261" r:id="rId8"/>
    <p:sldId id="260" r:id="rId9"/>
    <p:sldId id="263" r:id="rId10"/>
    <p:sldId id="275" r:id="rId11"/>
    <p:sldId id="269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54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F5765A-9FB1-43E4-9640-B2A69D085237}" type="datetimeFigureOut">
              <a:rPr lang="ru-RU" smtClean="0"/>
              <a:t>03.05.2026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1629B0-E71B-4306-AEE2-76BAD1BCC2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8499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678411-B4A1-963C-118F-98DAFBA827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759810D-8FEE-635F-058E-D6256A771E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62DD565-EE63-7D1D-F7FA-0BE25836A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827C7-1FD0-4C28-BCF2-06BBAF8DC670}" type="datetimeFigureOut">
              <a:rPr lang="ru-RU" smtClean="0"/>
              <a:t>03.05.2026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652397B-50A0-A586-D051-4E6001EC9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E574E68-A5F0-28DC-9A30-5D35E46A4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727AE-F40D-4B24-9C62-A60722A10C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7410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DD6862-56A4-2AD8-229B-3B5D97D20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A1CB39-AD7B-F0A2-66F3-9B5970A982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CE8CAD0-F853-5CBC-9A6A-C807304E2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827C7-1FD0-4C28-BCF2-06BBAF8DC670}" type="datetimeFigureOut">
              <a:rPr lang="ru-RU" smtClean="0"/>
              <a:t>03.05.2026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2F5DD73-ED1B-8ED3-B35A-A55B9B24F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FACF285-CCF9-B81B-26C3-3C6A1E315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727AE-F40D-4B24-9C62-A60722A10C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4719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FD120E-B7B4-1C47-D11B-13D3E0A99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40A3017-8F4E-EB0A-D9D7-AC3B10CE44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47250A1-C07A-B676-BC8A-DFEDE81B8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827C7-1FD0-4C28-BCF2-06BBAF8DC670}" type="datetimeFigureOut">
              <a:rPr lang="ru-RU" smtClean="0"/>
              <a:t>03.05.2026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4A30875-3F48-4E0B-D7B2-91949A28B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E2CB173-CDC8-ABB4-E960-2196E3C57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727AE-F40D-4B24-9C62-A60722A10C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55681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ADF103-C9C3-F680-5CA2-AADB0FBD4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095354-665B-B036-5761-142F7EA94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6BFC9B5-6CDC-1277-0E1D-15FCBBD374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C4DA8C6-2803-E81F-66F0-A334D6541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827C7-1FD0-4C28-BCF2-06BBAF8DC670}" type="datetimeFigureOut">
              <a:rPr lang="ru-RU" smtClean="0"/>
              <a:t>03.05.2026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C5B66B1-A62C-A489-AEE0-AD187C602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6062433-F43B-1BEF-557F-A4D88D994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727AE-F40D-4B24-9C62-A60722A10C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9605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E0F12A-7FDC-A9A6-D0A2-B4E1CA675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B593E38-2BC2-4012-ACC6-445FB8A18F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87318CA-870F-D7DB-F661-BEAB540968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4C3662F-4336-3988-8535-29E3211858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809885A-BF43-E144-6DF4-ECABBA79DB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8124CE1-3D4E-69AB-D1B2-B4D0B9FEE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827C7-1FD0-4C28-BCF2-06BBAF8DC670}" type="datetimeFigureOut">
              <a:rPr lang="ru-RU" smtClean="0"/>
              <a:t>03.05.2026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B62FEEF-8159-5F74-AC3E-3B627ED26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CFA772C-0FF2-5528-DE2D-02E6E3548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727AE-F40D-4B24-9C62-A60722A10C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5628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48B310-BF74-68B0-3487-07E1299E1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FBABBBE-E137-1DB5-B5CF-1C93BE887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827C7-1FD0-4C28-BCF2-06BBAF8DC670}" type="datetimeFigureOut">
              <a:rPr lang="ru-RU" smtClean="0"/>
              <a:t>03.05.2026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BFC4388-3B41-D66F-EF03-EA655DC62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DDF0848-018E-2DC0-A27C-C100659E4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727AE-F40D-4B24-9C62-A60722A10C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7370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6CE2BD4-F67C-A8E5-9CEA-EB18722BE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827C7-1FD0-4C28-BCF2-06BBAF8DC670}" type="datetimeFigureOut">
              <a:rPr lang="ru-RU" smtClean="0"/>
              <a:t>03.05.2026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92C4834-B8CD-8FC1-403D-92178F8FA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5F71838-B149-402F-DAB1-51AADFDB5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727AE-F40D-4B24-9C62-A60722A10C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9912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A4BBBF-98BB-D2AE-342B-EFCCC0DAA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DC5DA3-76C3-CCEF-7F44-6CEA0AE6C7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E178C41-E37D-9B95-A292-C91F54EEFC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A2DFA15-7966-B36D-11E4-0878E8751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827C7-1FD0-4C28-BCF2-06BBAF8DC670}" type="datetimeFigureOut">
              <a:rPr lang="ru-RU" smtClean="0"/>
              <a:t>03.05.2026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92F1618-EEFB-0D3F-F21B-07FDE5E33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E9234D6-8B32-A3AF-7FB6-C5E120401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727AE-F40D-4B24-9C62-A60722A10C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3217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7EA63B-5535-CA75-F880-7E57429CD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A3E1149-20FB-E8D4-6AB3-57BAA76379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49140D7-7BF5-4959-EB92-CD1E3959C2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A1CE88E-A9D3-CDDE-9525-7FED5FB1F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827C7-1FD0-4C28-BCF2-06BBAF8DC670}" type="datetimeFigureOut">
              <a:rPr lang="ru-RU" smtClean="0"/>
              <a:t>03.05.2026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161C21A-5AD4-8CC1-7BBA-EBDDE4AB6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7FE8F83-1BC7-F718-7500-C0F6F6581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727AE-F40D-4B24-9C62-A60722A10C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3615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677C2C-BA80-AA04-E36D-0FE204916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D5A3B14-D43F-AB8C-AE3D-8772B997F0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3C0DDA7-1156-00DB-5A36-9C2F1A79B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827C7-1FD0-4C28-BCF2-06BBAF8DC670}" type="datetimeFigureOut">
              <a:rPr lang="ru-RU" smtClean="0"/>
              <a:t>03.05.2026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CF61FF6-8017-1F19-037A-97A91CB6F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3DC0572-E9FB-3638-0986-767733101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727AE-F40D-4B24-9C62-A60722A10C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0877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C00F26C-D805-522D-3F77-DCB4ADE79A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76BD15E-975F-81D7-252B-5D3CE6709B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F2B6023-1A17-4A07-0B44-D4EF04032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827C7-1FD0-4C28-BCF2-06BBAF8DC670}" type="datetimeFigureOut">
              <a:rPr lang="ru-RU" smtClean="0"/>
              <a:t>03.05.2026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26B8001-6C0C-00D3-D335-8E3D147CC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7DC0D5F-5C67-D5E3-3F57-0C6EE3406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727AE-F40D-4B24-9C62-A60722A10C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6477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82A350-6A8D-8AAE-9317-BDF746AD6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9F1FB2A-9D3C-FA7E-7E90-98D4A18529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75130F8-65E2-1D61-2A58-BE5FE2CE7E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F827C7-1FD0-4C28-BCF2-06BBAF8DC670}" type="datetimeFigureOut">
              <a:rPr lang="ru-RU" smtClean="0"/>
              <a:t>03.05.2026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71C4AD4-756E-E8BB-833C-A27340AA49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2AFDA1F-69C6-3AC4-C3C0-F65FFDFC57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3727AE-F40D-4B24-9C62-A60722A10C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0203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811E52C-8B4E-5EA1-F6C3-27C2DFD38C74}"/>
              </a:ext>
            </a:extLst>
          </p:cNvPr>
          <p:cNvSpPr txBox="1"/>
          <p:nvPr/>
        </p:nvSpPr>
        <p:spPr>
          <a:xfrm>
            <a:off x="2052635" y="217437"/>
            <a:ext cx="8086725" cy="1683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1100" kern="0" spc="-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МИНОБРНАУКИ РОССИИ</a:t>
            </a:r>
            <a:endParaRPr lang="ru-RU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1100" kern="0" spc="-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ФЕДЕРАЛЬНОЕ ГОСУДАРСТВЕННОЕ БЮДЖЕТНОЕ ОБРАЗОВАТЕЛЬНОЕ УЧРЕЖДЕНИЕ </a:t>
            </a:r>
            <a:endParaRPr lang="ru-RU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1100" kern="0" spc="-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ВЫСШЕГО  ОБРАЗОВАНИЯ</a:t>
            </a:r>
            <a:endParaRPr lang="ru-RU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1100" kern="0" spc="-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«ВОРОНЕЖСКИЙ ГОСУДАРСТВЕННЫЙ УНИВЕРСИТЕТ»</a:t>
            </a:r>
            <a:endParaRPr lang="ru-RU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1100" kern="0" spc="-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(ФГБОУ ВО «ВГУ»)</a:t>
            </a:r>
            <a:endParaRPr lang="ru-RU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11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88C934-2DB9-E5ED-64DA-5E8004D0423F}"/>
              </a:ext>
            </a:extLst>
          </p:cNvPr>
          <p:cNvSpPr txBox="1"/>
          <p:nvPr/>
        </p:nvSpPr>
        <p:spPr>
          <a:xfrm>
            <a:off x="1200148" y="2213282"/>
            <a:ext cx="9791701" cy="1490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  <a:tabLst>
                <a:tab pos="180340" algn="l"/>
                <a:tab pos="5220970" algn="l"/>
              </a:tabLst>
            </a:pPr>
            <a:r>
              <a:rPr lang="ru-RU" sz="3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Разработка модуля </a:t>
            </a:r>
            <a:r>
              <a:rPr lang="ru-RU" sz="3200" b="1" kern="0" spc="-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«Бронирование аудитории» для балльно-рейтинговой системы факультета</a:t>
            </a:r>
            <a:endParaRPr lang="ru-RU" sz="32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BE77BE-0CCD-6FB5-F4A5-4FE329F02DEA}"/>
              </a:ext>
            </a:extLst>
          </p:cNvPr>
          <p:cNvSpPr txBox="1"/>
          <p:nvPr/>
        </p:nvSpPr>
        <p:spPr>
          <a:xfrm>
            <a:off x="7107677" y="5856051"/>
            <a:ext cx="50843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Выполнил: студент группы 8.1 Мигачев П. И.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Руководитель: Ст. Преп. Чекмарев А. И. </a:t>
            </a:r>
          </a:p>
        </p:txBody>
      </p:sp>
    </p:spTree>
    <p:extLst>
      <p:ext uri="{BB962C8B-B14F-4D97-AF65-F5344CB8AC3E}">
        <p14:creationId xmlns:p14="http://schemas.microsoft.com/office/powerpoint/2010/main" val="37176145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57707F65-9F6D-4618-BB1C-376CEB10E211}"/>
              </a:ext>
            </a:extLst>
          </p:cNvPr>
          <p:cNvSpPr txBox="1"/>
          <p:nvPr/>
        </p:nvSpPr>
        <p:spPr>
          <a:xfrm>
            <a:off x="427566" y="1413063"/>
            <a:ext cx="11336868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Учебный процесс требует быстрого учета занятости аудиторий.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Дополнительные занятия, консультации, пересдачи и мероприятия часто не входят в основное расписание.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Ручное бронирование через таблицы повышает риск ошибок и пересечений.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Нужен единый цифровой инструмент для просмотра занятости и создания бронирований.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9C614B-79FD-4F06-83E2-9CAC3063F361}"/>
              </a:ext>
            </a:extLst>
          </p:cNvPr>
          <p:cNvSpPr txBox="1"/>
          <p:nvPr/>
        </p:nvSpPr>
        <p:spPr>
          <a:xfrm>
            <a:off x="427566" y="0"/>
            <a:ext cx="382297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</a:t>
            </a:r>
            <a:endParaRPr lang="ru-RU" sz="5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12368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B5C75C-5E9B-D712-C1EC-913E8ACAD4C7}"/>
              </a:ext>
            </a:extLst>
          </p:cNvPr>
          <p:cNvSpPr txBox="1"/>
          <p:nvPr/>
        </p:nvSpPr>
        <p:spPr>
          <a:xfrm>
            <a:off x="445293" y="0"/>
            <a:ext cx="1130141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Проблемы предметной области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69F147D0-7B20-851D-0FB0-6EC6E44013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1760" y="3817956"/>
            <a:ext cx="984378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ru-RU" altLang="ru-RU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604B9B-E6AB-4A2A-8FB0-155F16F9AE04}"/>
              </a:ext>
            </a:extLst>
          </p:cNvPr>
          <p:cNvSpPr txBox="1"/>
          <p:nvPr/>
        </p:nvSpPr>
        <p:spPr>
          <a:xfrm>
            <a:off x="445293" y="1366897"/>
            <a:ext cx="8254183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ручной поиск свободной аудитории;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перегруженность таблицы;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нет автоматической проверки конфликтов;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сложно учитывать числитель и знаменатель.</a:t>
            </a:r>
          </a:p>
        </p:txBody>
      </p:sp>
    </p:spTree>
    <p:extLst>
      <p:ext uri="{BB962C8B-B14F-4D97-AF65-F5344CB8AC3E}">
        <p14:creationId xmlns:p14="http://schemas.microsoft.com/office/powerpoint/2010/main" val="35967303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B5C75C-5E9B-D712-C1EC-913E8ACAD4C7}"/>
              </a:ext>
            </a:extLst>
          </p:cNvPr>
          <p:cNvSpPr txBox="1"/>
          <p:nvPr/>
        </p:nvSpPr>
        <p:spPr>
          <a:xfrm>
            <a:off x="445293" y="0"/>
            <a:ext cx="1130141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Проблемы предметной области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14FD283-0BA8-4384-A5AD-BBF028BDF10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220151" y="830997"/>
            <a:ext cx="9751695" cy="542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0217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B5C75C-5E9B-D712-C1EC-913E8ACAD4C7}"/>
              </a:ext>
            </a:extLst>
          </p:cNvPr>
          <p:cNvSpPr txBox="1"/>
          <p:nvPr/>
        </p:nvSpPr>
        <p:spPr>
          <a:xfrm>
            <a:off x="445293" y="0"/>
            <a:ext cx="1130141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и задачи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4D5BF7-BDFC-4FBA-804B-541628E8F226}"/>
              </a:ext>
            </a:extLst>
          </p:cNvPr>
          <p:cNvSpPr txBox="1"/>
          <p:nvPr/>
        </p:nvSpPr>
        <p:spPr>
          <a:xfrm>
            <a:off x="445293" y="830997"/>
            <a:ext cx="1069042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Разработать веб-систему бронирования аудиторий</a:t>
            </a:r>
          </a:p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 отображением занятости, учетом основного расписания и </a:t>
            </a:r>
          </a:p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созданием регулярных и разовых бронирований.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42B1A1-8ABB-46A2-8C24-D3701E83EB49}"/>
              </a:ext>
            </a:extLst>
          </p:cNvPr>
          <p:cNvSpPr txBox="1"/>
          <p:nvPr/>
        </p:nvSpPr>
        <p:spPr>
          <a:xfrm>
            <a:off x="445293" y="2487573"/>
            <a:ext cx="6878743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проанализировать текущий процесс;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определить требования;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структуру данных;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реализовать клиентскую часть;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реализовать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 API;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добавить создание бронирований;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тестирование.</a:t>
            </a:r>
          </a:p>
        </p:txBody>
      </p:sp>
    </p:spTree>
    <p:extLst>
      <p:ext uri="{BB962C8B-B14F-4D97-AF65-F5344CB8AC3E}">
        <p14:creationId xmlns:p14="http://schemas.microsoft.com/office/powerpoint/2010/main" val="11535711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D97B656-934F-C7E0-63D3-FC09ED5D64E1}"/>
              </a:ext>
            </a:extLst>
          </p:cNvPr>
          <p:cNvSpPr txBox="1"/>
          <p:nvPr/>
        </p:nvSpPr>
        <p:spPr>
          <a:xfrm>
            <a:off x="314477" y="0"/>
            <a:ext cx="1130141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Требования и ограничения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7F2F27-6F70-424D-9C03-4547419FFCC2}"/>
              </a:ext>
            </a:extLst>
          </p:cNvPr>
          <p:cNvSpPr txBox="1"/>
          <p:nvPr/>
        </p:nvSpPr>
        <p:spPr>
          <a:xfrm>
            <a:off x="0" y="2523066"/>
            <a:ext cx="6948697" cy="4031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3200" dirty="0"/>
              <a:t>выбор учебной недели;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3200" dirty="0"/>
              <a:t>выбор аудитории;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3200" dirty="0"/>
              <a:t>таблица занятости;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3200" dirty="0"/>
              <a:t>отображение основного расписания;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3200" dirty="0"/>
              <a:t>регулярные бронирования;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3200" dirty="0"/>
              <a:t>разовые бронирования;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3200" dirty="0"/>
              <a:t>проверка конфликтов.</a:t>
            </a:r>
          </a:p>
          <a:p>
            <a:endParaRPr lang="ru-RU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80C43A-E9AA-4444-BED1-832738FFFF19}"/>
              </a:ext>
            </a:extLst>
          </p:cNvPr>
          <p:cNvSpPr txBox="1"/>
          <p:nvPr/>
        </p:nvSpPr>
        <p:spPr>
          <a:xfrm>
            <a:off x="314477" y="1938291"/>
            <a:ext cx="26516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Реализовано: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D347FA-4D29-498B-AFEB-E1EA4356AFAA}"/>
              </a:ext>
            </a:extLst>
          </p:cNvPr>
          <p:cNvSpPr txBox="1"/>
          <p:nvPr/>
        </p:nvSpPr>
        <p:spPr>
          <a:xfrm>
            <a:off x="6712312" y="1946757"/>
            <a:ext cx="28440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Ограничения: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2AF3D5-AB12-4E64-BCCD-DDF58FFC3909}"/>
              </a:ext>
            </a:extLst>
          </p:cNvPr>
          <p:cNvSpPr txBox="1"/>
          <p:nvPr/>
        </p:nvSpPr>
        <p:spPr>
          <a:xfrm>
            <a:off x="6793040" y="2531532"/>
            <a:ext cx="5526641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основное расписание </a:t>
            </a:r>
            <a:b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 редактируется;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данные хранятся в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JSON;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воскресенье не бронируется.</a:t>
            </a:r>
          </a:p>
        </p:txBody>
      </p:sp>
    </p:spTree>
    <p:extLst>
      <p:ext uri="{BB962C8B-B14F-4D97-AF65-F5344CB8AC3E}">
        <p14:creationId xmlns:p14="http://schemas.microsoft.com/office/powerpoint/2010/main" val="35943346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CD0BBC7-266D-6261-22E3-2901EF4451A1}"/>
              </a:ext>
            </a:extLst>
          </p:cNvPr>
          <p:cNvSpPr txBox="1"/>
          <p:nvPr/>
        </p:nvSpPr>
        <p:spPr>
          <a:xfrm>
            <a:off x="286901" y="0"/>
            <a:ext cx="628354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Средства реализации</a:t>
            </a:r>
          </a:p>
        </p:txBody>
      </p:sp>
      <p:pic>
        <p:nvPicPr>
          <p:cNvPr id="4104" name="Picture 8">
            <a:extLst>
              <a:ext uri="{FF2B5EF4-FFF2-40B4-BE49-F238E27FC236}">
                <a16:creationId xmlns:a16="http://schemas.microsoft.com/office/drawing/2014/main" id="{650CBEBF-CEA2-6F50-DFF8-93C50D79D6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9426" y="609284"/>
            <a:ext cx="975403" cy="868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DE13333-8214-49B1-83C6-CF18B7E935B8}"/>
              </a:ext>
            </a:extLst>
          </p:cNvPr>
          <p:cNvSpPr txBox="1"/>
          <p:nvPr/>
        </p:nvSpPr>
        <p:spPr>
          <a:xfrm>
            <a:off x="286901" y="1125569"/>
            <a:ext cx="9328579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— создание пользовательского интерфейса.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TypeScript — строгая типизация данных.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Vite — запуск и сборка клиентской части.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Node.js — выполнение серверной логики.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Express — реализация REST API.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 — хранение и передача данных.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 API — связь клиента и сервера.</a:t>
            </a:r>
          </a:p>
        </p:txBody>
      </p:sp>
      <p:pic>
        <p:nvPicPr>
          <p:cNvPr id="3" name="Picture 2" descr="Typescript ">
            <a:extLst>
              <a:ext uri="{FF2B5EF4-FFF2-40B4-BE49-F238E27FC236}">
                <a16:creationId xmlns:a16="http://schemas.microsoft.com/office/drawing/2014/main" id="{816F04FC-BA3C-4C9A-8805-7F3DEF0CEB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5480" y="1638300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Vite.js SVG and transparent PNG icons | TechIcons">
            <a:extLst>
              <a:ext uri="{FF2B5EF4-FFF2-40B4-BE49-F238E27FC236}">
                <a16:creationId xmlns:a16="http://schemas.microsoft.com/office/drawing/2014/main" id="{0CFD7D7F-3AAE-4B6F-8C54-5D7ECCC888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11370" y="2223771"/>
            <a:ext cx="671513" cy="671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114C4692-2910-406F-8AB0-3DF2FE233B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5938" y="2559527"/>
            <a:ext cx="1211515" cy="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8" descr="About Express.js. Express.js is a Web server framework… | by Rahul Fernando  | Medium">
            <a:extLst>
              <a:ext uri="{FF2B5EF4-FFF2-40B4-BE49-F238E27FC236}">
                <a16:creationId xmlns:a16="http://schemas.microsoft.com/office/drawing/2014/main" id="{5047167E-DEEC-4654-ABFD-A015C9694B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7453" y="3302477"/>
            <a:ext cx="1619250" cy="704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0" descr="Deep Dive into REST APIs: Concepts, Design, and Real-World ...">
            <a:extLst>
              <a:ext uri="{FF2B5EF4-FFF2-40B4-BE49-F238E27FC236}">
                <a16:creationId xmlns:a16="http://schemas.microsoft.com/office/drawing/2014/main" id="{2C1095E4-1E10-4712-8F4F-67E8AB7B8C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6789" y="3923039"/>
            <a:ext cx="1219678" cy="963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50846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19B9F80-7E75-4BF0-BD21-7E381F69D360}"/>
              </a:ext>
            </a:extLst>
          </p:cNvPr>
          <p:cNvSpPr txBox="1"/>
          <p:nvPr/>
        </p:nvSpPr>
        <p:spPr>
          <a:xfrm>
            <a:off x="89139" y="0"/>
            <a:ext cx="1125513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 разработанной системы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1108E3B-7DA4-480C-B23B-34F8A307824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52425" y="830997"/>
            <a:ext cx="5029200" cy="566832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EAC7CB0-16F3-4E56-B17D-2F82DFB71B28}"/>
              </a:ext>
            </a:extLst>
          </p:cNvPr>
          <p:cNvSpPr txBox="1"/>
          <p:nvPr/>
        </p:nvSpPr>
        <p:spPr>
          <a:xfrm>
            <a:off x="5545480" y="1443841"/>
            <a:ext cx="6294095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Пользователь работает через браузер.</a:t>
            </a:r>
          </a:p>
          <a:p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Клиентская часть отправляет запросы</a:t>
            </a:r>
          </a:p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 REST API.</a:t>
            </a:r>
          </a:p>
          <a:p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Серверная часть обрабатывает запросы.</a:t>
            </a: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Данные читаются и сохраняются </a:t>
            </a:r>
          </a:p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JSON-файлах.</a:t>
            </a:r>
          </a:p>
        </p:txBody>
      </p:sp>
    </p:spTree>
    <p:extLst>
      <p:ext uri="{BB962C8B-B14F-4D97-AF65-F5344CB8AC3E}">
        <p14:creationId xmlns:p14="http://schemas.microsoft.com/office/powerpoint/2010/main" val="38628728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F766161-3FA1-2A72-7DF0-196463912589}"/>
              </a:ext>
            </a:extLst>
          </p:cNvPr>
          <p:cNvSpPr txBox="1"/>
          <p:nvPr/>
        </p:nvSpPr>
        <p:spPr>
          <a:xfrm>
            <a:off x="142874" y="0"/>
            <a:ext cx="810667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5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Реализация интерфейса</a:t>
            </a:r>
            <a:endParaRPr lang="ru-RU" sz="54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93A889B-6F3C-42D1-9710-BE88FA1558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4952" y="923330"/>
            <a:ext cx="9122096" cy="5442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7543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F766161-3FA1-2A72-7DF0-196463912589}"/>
              </a:ext>
            </a:extLst>
          </p:cNvPr>
          <p:cNvSpPr txBox="1"/>
          <p:nvPr/>
        </p:nvSpPr>
        <p:spPr>
          <a:xfrm>
            <a:off x="142874" y="0"/>
            <a:ext cx="1156335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5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Логика бронирования и тестирования</a:t>
            </a:r>
            <a:endParaRPr lang="ru-RU" sz="54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4D51F39-8C2D-48D6-8B1F-B8B61A71538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880041" y="1012825"/>
            <a:ext cx="6089015" cy="570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3474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F3E0252-3225-53DC-6B97-C472FA94BD8B}"/>
              </a:ext>
            </a:extLst>
          </p:cNvPr>
          <p:cNvSpPr txBox="1"/>
          <p:nvPr/>
        </p:nvSpPr>
        <p:spPr>
          <a:xfrm>
            <a:off x="82549" y="-26075"/>
            <a:ext cx="37806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5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  <a:endParaRPr lang="ru-RU" sz="5400" dirty="0"/>
          </a:p>
        </p:txBody>
      </p:sp>
      <p:sp>
        <p:nvSpPr>
          <p:cNvPr id="13" name="Rectangle 8">
            <a:extLst>
              <a:ext uri="{FF2B5EF4-FFF2-40B4-BE49-F238E27FC236}">
                <a16:creationId xmlns:a16="http://schemas.microsoft.com/office/drawing/2014/main" id="{363CBE14-A6D2-5088-695A-73DFA50036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49" y="913210"/>
            <a:ext cx="12026900" cy="550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азработана веб-система бронирования аудиторий для учебного подразделения;</a:t>
            </a:r>
            <a:endParaRPr kumimoji="0" lang="ru-RU" altLang="ru-RU" sz="3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ru-RU" altLang="ru-RU" sz="3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Реализованы выбор учебной недели, выбор аудитории и просмотр занятости по временным слотам;</a:t>
            </a:r>
            <a:endParaRPr kumimoji="0" lang="ru-RU" altLang="ru-RU" sz="3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ru-RU" alt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Добавлено создание регулярных и разовых бронирований с учетом числителя и знаменателя;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ru-RU" altLang="ru-RU" sz="3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Реализованы серверный REST API, хранение данных в JSON и проверка конфликтов при бронировании.</a:t>
            </a:r>
            <a:endParaRPr kumimoji="0" lang="ru-RU" altLang="ru-RU" sz="3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003393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993</TotalTime>
  <Words>351</Words>
  <Application>Microsoft Office PowerPoint</Application>
  <PresentationFormat>Широкоэкранный</PresentationFormat>
  <Paragraphs>71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IrON TorG</dc:creator>
  <cp:lastModifiedBy>Павел</cp:lastModifiedBy>
  <cp:revision>23</cp:revision>
  <dcterms:created xsi:type="dcterms:W3CDTF">2026-04-26T10:34:51Z</dcterms:created>
  <dcterms:modified xsi:type="dcterms:W3CDTF">2026-05-03T09:22:16Z</dcterms:modified>
</cp:coreProperties>
</file>